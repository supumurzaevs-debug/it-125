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B228AD-88F0-F1D5-7D29-306DCF97D5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13345B-AAF3-FC72-7F10-253CAC44F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F02193-A817-88DE-738C-FAB2199DC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0F0DA-04BA-4B9A-A58A-2324EA1AA083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F9178A-C12D-FC03-A729-B7766114A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6601BD-DAA5-6A17-EA42-E0E5A1B7A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9E13B-3E37-4E0D-B7D5-A25E4E0AD8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585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30409B-D569-8595-02B2-A6FF75721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A7E434-A2C4-10CF-EDDE-91D7EC82A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B778C7-6DF3-CCDD-1DA5-CC4A31C38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0F0DA-04BA-4B9A-A58A-2324EA1AA083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63C260-E79E-0F5C-816C-2A7769F26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8DC16D-F5C9-BDA5-4BBC-A2E580D20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9E13B-3E37-4E0D-B7D5-A25E4E0AD8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9860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F5FAF1-6E02-BEB6-F141-DFEB87115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6233A74-89CD-E794-7352-5A8153E61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105E8C-7B58-F9CB-47E3-9809B50EC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0F0DA-04BA-4B9A-A58A-2324EA1AA083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B35BF2-13FE-DFC6-7EFE-B05CC5CEA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FA4283-6AF1-9879-DB96-E214E17C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9E13B-3E37-4E0D-B7D5-A25E4E0AD8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7218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AC3660-5681-CEEB-A4D6-ABA16E24D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392DDD-C28A-69F0-B3A9-736A86F542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CA8DA82-5526-28D3-B4A9-328E26DA7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ADFEC72-7AD1-1C5C-123C-C470FEBF0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0F0DA-04BA-4B9A-A58A-2324EA1AA083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F6162F-1F50-0784-35AF-5211170AD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651CF78-D18F-9538-2A76-2857A82EF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9E13B-3E37-4E0D-B7D5-A25E4E0AD8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7452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1F99D5-A658-E1C7-99FE-5638637C5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68F50BF-20B4-81E0-A166-8630F78C2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1D9C7CF-5FF8-65EC-6981-408E6CF97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8604D6-2666-5944-A401-0636581135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86FC7B3-4A9C-0C25-C2D6-79893EFD8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B9417DC-28A7-81B7-4B66-773EF7F43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0F0DA-04BA-4B9A-A58A-2324EA1AA083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BF5ABB9-77CD-BDF5-7431-FD41D9DB4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885BD06-BF07-F4B9-EC7A-13727647B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9E13B-3E37-4E0D-B7D5-A25E4E0AD8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8985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65AE84-7DA7-C6BB-C872-014B5AB1A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A7F9FCF-5376-55BB-66E4-6E78C9D89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0F0DA-04BA-4B9A-A58A-2324EA1AA083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45CAF16-0A00-2FBB-CB88-7755A826C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6EEDCB8-A494-CC01-32EB-1895D368F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9E13B-3E37-4E0D-B7D5-A25E4E0AD8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9944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E62DAF3-1C94-9F51-3F2A-D4E8CC581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0F0DA-04BA-4B9A-A58A-2324EA1AA083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EF9E4BF-C148-E4A2-121C-851997AF5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2BD751-B81E-D594-BDE7-B39E16E27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9E13B-3E37-4E0D-B7D5-A25E4E0AD8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8397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9FFC04-0EBC-C376-4243-D90B085DB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574C2C-B538-7415-C40F-6D756957A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1722F73-39EF-A693-04F5-B9259077B9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A605D4F-225A-6263-9EDB-6FBC686CF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0F0DA-04BA-4B9A-A58A-2324EA1AA083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EFFD4BD-2817-A101-8AAE-80EB6649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EC76551-E834-BAE4-3E91-78DA8C628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9E13B-3E37-4E0D-B7D5-A25E4E0AD8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8569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9BF346-1A32-D729-2009-8EF83177A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1823AE7-892B-8A03-A350-7C09EF5AC9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B05B797-9643-C72F-0EFA-1209FBBC60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61ADC6-86F0-EE02-C047-724961B4A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0F0DA-04BA-4B9A-A58A-2324EA1AA083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7398BC-D0D0-7B2C-C335-6CCE31D74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398B280-0104-8E79-69BC-BEDEAAF7E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9E13B-3E37-4E0D-B7D5-A25E4E0AD8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4427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657E6D-1DFB-0B80-1E34-25BD6B7E2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FAC9348-C7A5-487D-B336-E9ECA40EB7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096F46-B502-4FFB-D31B-DD057F0C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0F0DA-04BA-4B9A-A58A-2324EA1AA083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98DF3C-7EBF-97DB-73DB-3DD20E69F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3F809E-B86C-0DD3-F465-D75324A19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9E13B-3E37-4E0D-B7D5-A25E4E0AD8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5449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51AC55A-1A29-260A-D7AC-95D30721A2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1B41BD0-B9DA-C032-0732-BAF57256FC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A59AC4-FCA1-7A23-AD43-8556D4430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0F0DA-04BA-4B9A-A58A-2324EA1AA083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A426A7-7B4D-8841-DAFC-923D49CFA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53937C-3B75-8A04-B0B6-8167B20BF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9E13B-3E37-4E0D-B7D5-A25E4E0AD8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828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A043E3-6A12-26BE-310E-93C6570FE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E9AADEE-110E-633A-0F35-E76D67DD0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823345C-FE88-DCE6-FC80-297EF9BBC0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0F0DA-04BA-4B9A-A58A-2324EA1AA083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087963-156D-FE8B-9BD9-52D60D8F6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107127-A642-C84C-FA6E-0611AE631B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9E13B-3E37-4E0D-B7D5-A25E4E0AD8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7715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1F2D9B-083C-450C-2D50-5B4B39DC888B}"/>
              </a:ext>
            </a:extLst>
          </p:cNvPr>
          <p:cNvSpPr txBox="1"/>
          <p:nvPr/>
        </p:nvSpPr>
        <p:spPr>
          <a:xfrm>
            <a:off x="0" y="0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1. Оплата</a:t>
            </a:r>
          </a:p>
          <a:p>
            <a:r>
              <a:rPr lang="ru-RU" dirty="0"/>
              <a:t>Есть абстрактный класс </a:t>
            </a:r>
            <a:r>
              <a:rPr lang="en-US" dirty="0" err="1"/>
              <a:t>PaymentSystem</a:t>
            </a:r>
            <a:r>
              <a:rPr lang="en-US" dirty="0"/>
              <a:t>, </a:t>
            </a:r>
            <a:r>
              <a:rPr lang="ru-RU" dirty="0"/>
              <a:t>он как шаблон: говорит, что у любой системы оплаты должны быть методы </a:t>
            </a:r>
            <a:r>
              <a:rPr lang="en-US" dirty="0"/>
              <a:t>pay (</a:t>
            </a:r>
            <a:r>
              <a:rPr lang="ru-RU" dirty="0"/>
              <a:t>оплата) и </a:t>
            </a:r>
            <a:r>
              <a:rPr lang="en-US" dirty="0"/>
              <a:t>refund (</a:t>
            </a:r>
            <a:r>
              <a:rPr lang="ru-RU" dirty="0"/>
              <a:t>возврат).</a:t>
            </a:r>
          </a:p>
          <a:p>
            <a:r>
              <a:rPr lang="en-US" dirty="0" err="1"/>
              <a:t>CreditCardPayment</a:t>
            </a:r>
            <a:r>
              <a:rPr lang="en-US" dirty="0"/>
              <a:t> — </a:t>
            </a:r>
            <a:r>
              <a:rPr lang="ru-RU" dirty="0"/>
              <a:t>платим или возвращаем деньги с кредитки.</a:t>
            </a:r>
          </a:p>
          <a:p>
            <a:r>
              <a:rPr lang="en-US" dirty="0" err="1"/>
              <a:t>CryptoPayment</a:t>
            </a:r>
            <a:r>
              <a:rPr lang="en-US" dirty="0"/>
              <a:t> — </a:t>
            </a:r>
            <a:r>
              <a:rPr lang="ru-RU" dirty="0"/>
              <a:t>платим или возвращаем через криптокошелёк.</a:t>
            </a:r>
          </a:p>
          <a:p>
            <a:r>
              <a:rPr lang="ru-RU" dirty="0"/>
              <a:t>Пример:</a:t>
            </a:r>
          </a:p>
          <a:p>
            <a:r>
              <a:rPr lang="en-US" dirty="0"/>
              <a:t>credit = </a:t>
            </a:r>
            <a:r>
              <a:rPr lang="en-US" dirty="0" err="1"/>
              <a:t>CreditCardPayment</a:t>
            </a:r>
            <a:r>
              <a:rPr lang="en-US" dirty="0"/>
              <a:t>() crypto = </a:t>
            </a:r>
            <a:r>
              <a:rPr lang="en-US" dirty="0" err="1"/>
              <a:t>CryptoPayment</a:t>
            </a:r>
            <a:r>
              <a:rPr lang="en-US" dirty="0"/>
              <a:t>() </a:t>
            </a:r>
            <a:r>
              <a:rPr lang="en-US" dirty="0" err="1"/>
              <a:t>credit.pay</a:t>
            </a:r>
            <a:r>
              <a:rPr lang="en-US" dirty="0"/>
              <a:t>(1500) </a:t>
            </a:r>
            <a:r>
              <a:rPr lang="en-US" dirty="0" err="1"/>
              <a:t>crypto.pay</a:t>
            </a:r>
            <a:r>
              <a:rPr lang="en-US" dirty="0"/>
              <a:t>(1500) </a:t>
            </a:r>
            <a:r>
              <a:rPr lang="en-US" dirty="0" err="1"/>
              <a:t>credit.refund</a:t>
            </a:r>
            <a:r>
              <a:rPr lang="en-US" dirty="0"/>
              <a:t>(500) </a:t>
            </a:r>
            <a:r>
              <a:rPr lang="en-US" dirty="0" err="1"/>
              <a:t>crypto.refund</a:t>
            </a:r>
            <a:r>
              <a:rPr lang="en-US" dirty="0"/>
              <a:t>(500)</a:t>
            </a:r>
          </a:p>
          <a:p>
            <a:r>
              <a:rPr lang="ru-RU" dirty="0"/>
              <a:t>Всё работает одинаково, только разные способы оплаты.</a:t>
            </a:r>
          </a:p>
          <a:p>
            <a:r>
              <a:rPr lang="ru-RU" dirty="0"/>
              <a:t>2. Курсы</a:t>
            </a:r>
          </a:p>
          <a:p>
            <a:r>
              <a:rPr lang="ru-RU" dirty="0"/>
              <a:t>Абстрактный класс </a:t>
            </a:r>
            <a:r>
              <a:rPr lang="en-US" dirty="0"/>
              <a:t>courses </a:t>
            </a:r>
            <a:r>
              <a:rPr lang="ru-RU" dirty="0"/>
              <a:t>говорит, что у курса должны быть методы:</a:t>
            </a:r>
          </a:p>
          <a:p>
            <a:r>
              <a:rPr lang="ru-RU" dirty="0"/>
              <a:t>начать (</a:t>
            </a:r>
            <a:r>
              <a:rPr lang="en-US" dirty="0"/>
              <a:t>start)</a:t>
            </a:r>
          </a:p>
          <a:p>
            <a:r>
              <a:rPr lang="ru-RU" dirty="0"/>
              <a:t>получить материалы (</a:t>
            </a:r>
            <a:r>
              <a:rPr lang="en-US" dirty="0" err="1"/>
              <a:t>get_materials</a:t>
            </a:r>
            <a:r>
              <a:rPr lang="en-US" dirty="0"/>
              <a:t>)</a:t>
            </a:r>
          </a:p>
          <a:p>
            <a:r>
              <a:rPr lang="ru-RU" dirty="0"/>
              <a:t>закончить (</a:t>
            </a:r>
            <a:r>
              <a:rPr lang="en-US" dirty="0"/>
              <a:t>end)</a:t>
            </a:r>
          </a:p>
          <a:p>
            <a:r>
              <a:rPr lang="ru-RU" dirty="0"/>
              <a:t>Классы </a:t>
            </a:r>
            <a:r>
              <a:rPr lang="en-US" dirty="0" err="1"/>
              <a:t>PythonCourse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MathCourse</a:t>
            </a:r>
            <a:r>
              <a:rPr lang="en-US" dirty="0"/>
              <a:t> </a:t>
            </a:r>
            <a:r>
              <a:rPr lang="ru-RU" dirty="0"/>
              <a:t>делают это для своих курсов.</a:t>
            </a:r>
          </a:p>
          <a:p>
            <a:r>
              <a:rPr lang="en-US" dirty="0" err="1"/>
              <a:t>python_course</a:t>
            </a:r>
            <a:r>
              <a:rPr lang="en-US" dirty="0"/>
              <a:t> = </a:t>
            </a:r>
            <a:r>
              <a:rPr lang="en-US" dirty="0" err="1"/>
              <a:t>PythonCourse</a:t>
            </a:r>
            <a:r>
              <a:rPr lang="en-US" dirty="0"/>
              <a:t>() </a:t>
            </a:r>
            <a:r>
              <a:rPr lang="en-US" dirty="0" err="1"/>
              <a:t>math_course</a:t>
            </a:r>
            <a:r>
              <a:rPr lang="en-US" dirty="0"/>
              <a:t> = </a:t>
            </a:r>
            <a:r>
              <a:rPr lang="en-US" dirty="0" err="1"/>
              <a:t>MathCourse</a:t>
            </a:r>
            <a:r>
              <a:rPr lang="en-US" dirty="0"/>
              <a:t>() </a:t>
            </a:r>
            <a:r>
              <a:rPr lang="en-US" dirty="0" err="1"/>
              <a:t>python_course.start</a:t>
            </a:r>
            <a:r>
              <a:rPr lang="en-US" dirty="0"/>
              <a:t>() </a:t>
            </a:r>
            <a:r>
              <a:rPr lang="en-US" dirty="0" err="1"/>
              <a:t>python_course.get_materials</a:t>
            </a:r>
            <a:r>
              <a:rPr lang="en-US" dirty="0"/>
              <a:t>() </a:t>
            </a:r>
            <a:r>
              <a:rPr lang="en-US" dirty="0" err="1"/>
              <a:t>python_course.end</a:t>
            </a:r>
            <a:r>
              <a:rPr lang="en-US" dirty="0"/>
              <a:t>() </a:t>
            </a:r>
            <a:r>
              <a:rPr lang="en-US" dirty="0" err="1"/>
              <a:t>math_course.start</a:t>
            </a:r>
            <a:r>
              <a:rPr lang="en-US" dirty="0"/>
              <a:t>() </a:t>
            </a:r>
            <a:r>
              <a:rPr lang="en-US" dirty="0" err="1"/>
              <a:t>math_course.get_materials</a:t>
            </a:r>
            <a:r>
              <a:rPr lang="en-US" dirty="0"/>
              <a:t>() </a:t>
            </a:r>
            <a:r>
              <a:rPr lang="en-US" dirty="0" err="1"/>
              <a:t>math_course.end</a:t>
            </a:r>
            <a:r>
              <a:rPr lang="en-US" dirty="0"/>
              <a:t>()</a:t>
            </a:r>
          </a:p>
          <a:p>
            <a:r>
              <a:rPr lang="ru-RU" dirty="0"/>
              <a:t>3. Доставка</a:t>
            </a:r>
          </a:p>
          <a:p>
            <a:r>
              <a:rPr lang="ru-RU" dirty="0"/>
              <a:t>Абстрактный класс </a:t>
            </a:r>
            <a:r>
              <a:rPr lang="en-US" dirty="0"/>
              <a:t>Delivery </a:t>
            </a:r>
            <a:r>
              <a:rPr lang="ru-RU" dirty="0"/>
              <a:t>задаёт, что у всех доставок есть методы:</a:t>
            </a:r>
          </a:p>
          <a:p>
            <a:r>
              <a:rPr lang="en-US" dirty="0" err="1"/>
              <a:t>calculate_cost</a:t>
            </a:r>
            <a:r>
              <a:rPr lang="en-US" dirty="0"/>
              <a:t> — </a:t>
            </a:r>
            <a:r>
              <a:rPr lang="ru-RU" dirty="0"/>
              <a:t>посчитать цену</a:t>
            </a:r>
          </a:p>
          <a:p>
            <a:r>
              <a:rPr lang="en-US" dirty="0"/>
              <a:t>deliver — </a:t>
            </a:r>
            <a:r>
              <a:rPr lang="ru-RU" dirty="0"/>
              <a:t>показать, что доставка прошла</a:t>
            </a:r>
          </a:p>
          <a:p>
            <a:r>
              <a:rPr lang="ru-RU" dirty="0"/>
              <a:t>Самолёт, грузовик и морская доставка делают это по-своему.</a:t>
            </a:r>
          </a:p>
          <a:p>
            <a:r>
              <a:rPr lang="en-US" dirty="0"/>
              <a:t>air = </a:t>
            </a:r>
            <a:r>
              <a:rPr lang="en-US" dirty="0" err="1"/>
              <a:t>AirDelivery</a:t>
            </a:r>
            <a:r>
              <a:rPr lang="en-US" dirty="0"/>
              <a:t>() ground = </a:t>
            </a:r>
            <a:r>
              <a:rPr lang="en-US" dirty="0" err="1"/>
              <a:t>GroundDelivery</a:t>
            </a:r>
            <a:r>
              <a:rPr lang="en-US" dirty="0"/>
              <a:t>() sea = </a:t>
            </a:r>
            <a:r>
              <a:rPr lang="en-US" dirty="0" err="1"/>
              <a:t>SeaDelivery</a:t>
            </a:r>
            <a:r>
              <a:rPr lang="en-US" dirty="0"/>
              <a:t>() print(</a:t>
            </a:r>
            <a:r>
              <a:rPr lang="en-US" dirty="0" err="1"/>
              <a:t>air.calculate_cost</a:t>
            </a:r>
            <a:r>
              <a:rPr lang="en-US" dirty="0"/>
              <a:t>(1200)) </a:t>
            </a:r>
            <a:r>
              <a:rPr lang="en-US" dirty="0" err="1"/>
              <a:t>air.deliver</a:t>
            </a:r>
            <a:r>
              <a:rPr lang="en-US" dirty="0"/>
              <a:t>() print(</a:t>
            </a:r>
            <a:r>
              <a:rPr lang="en-US" dirty="0" err="1"/>
              <a:t>ground.calculate_cost</a:t>
            </a:r>
            <a:r>
              <a:rPr lang="en-US" dirty="0"/>
              <a:t>(1200)) </a:t>
            </a:r>
            <a:r>
              <a:rPr lang="en-US" dirty="0" err="1"/>
              <a:t>ground.deliver</a:t>
            </a:r>
            <a:r>
              <a:rPr lang="en-US" dirty="0"/>
              <a:t>() print(</a:t>
            </a:r>
            <a:r>
              <a:rPr lang="en-US" dirty="0" err="1"/>
              <a:t>sea.calculate_cost</a:t>
            </a:r>
            <a:r>
              <a:rPr lang="en-US" dirty="0"/>
              <a:t>(1200)) </a:t>
            </a:r>
            <a:r>
              <a:rPr lang="en-US" dirty="0" err="1"/>
              <a:t>sea.deliver</a:t>
            </a:r>
            <a:r>
              <a:rPr lang="en-US" dirty="0"/>
              <a:t>()</a:t>
            </a:r>
          </a:p>
          <a:p>
            <a:pPr>
              <a:buNone/>
            </a:pPr>
            <a:endParaRPr lang="en-US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6735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E05E46-BD8A-2CC0-12AE-7E7EE11F79F3}"/>
              </a:ext>
            </a:extLst>
          </p:cNvPr>
          <p:cNvSpPr txBox="1"/>
          <p:nvPr/>
        </p:nvSpPr>
        <p:spPr>
          <a:xfrm>
            <a:off x="0" y="0"/>
            <a:ext cx="12192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4. Банковский счёт</a:t>
            </a:r>
          </a:p>
          <a:p>
            <a:pPr algn="l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Класс для работы с деньгами. Можно:</a:t>
            </a:r>
          </a:p>
          <a:p>
            <a:pPr algn="l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пополнить счёт</a:t>
            </a:r>
          </a:p>
          <a:p>
            <a:pPr algn="l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снять деньги</a:t>
            </a:r>
          </a:p>
          <a:p>
            <a:pPr algn="l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поменять 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PIN</a:t>
            </a:r>
          </a:p>
          <a:p>
            <a:pPr algn="l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account =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BankAccount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("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Иван", 1234, 1000)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account.deposit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(500, 1234)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account.withdraw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(200, 1234)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account.change_pin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(1234, 4321)</a:t>
            </a:r>
          </a:p>
          <a:p>
            <a:pPr algn="l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5. 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Профиль пользователя</a:t>
            </a:r>
          </a:p>
          <a:p>
            <a:pPr algn="l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Хранит 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email, 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пароль и статус (пока бесплатный).</a:t>
            </a:r>
            <a:b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</a:br>
            <a: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Можно:</a:t>
            </a:r>
          </a:p>
          <a:p>
            <a:pPr algn="l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войти</a:t>
            </a:r>
          </a:p>
          <a:p>
            <a:pPr algn="l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сделать премиум</a:t>
            </a:r>
          </a:p>
          <a:p>
            <a:pPr algn="l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посмотреть инфо</a:t>
            </a:r>
          </a:p>
          <a:p>
            <a:pPr algn="l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user =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UserProfile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("test@mail.com", "qwerty") if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user.login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("test@mail.com", "qwerty"):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user.upgrade_to_premium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() print(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user.get_info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())</a:t>
            </a:r>
          </a:p>
          <a:p>
            <a:pPr algn="l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6. 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Товар</a:t>
            </a:r>
          </a:p>
          <a:p>
            <a:pPr algn="l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Класс хранит название, цену и скидку.</a:t>
            </a:r>
            <a:b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</a:br>
            <a: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Скидку может поставить только админ.</a:t>
            </a:r>
            <a:b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</a:br>
            <a: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Метод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get_price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 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считает цену с учётом скидки.</a:t>
            </a:r>
          </a:p>
          <a:p>
            <a:pPr algn="l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product = Product("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Ноутбук", 100000)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product.set_discount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(10,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is_admin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=True) print(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product.get_price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())</a:t>
            </a:r>
            <a:endParaRPr lang="ru-RU" b="0" i="0" dirty="0">
              <a:solidFill>
                <a:srgbClr val="333333"/>
              </a:solidFill>
              <a:effectLst/>
              <a:latin typeface="Helvetica" panose="020B0604020202020204" pitchFamily="34" charset="0"/>
            </a:endParaRPr>
          </a:p>
          <a:p>
            <a:pPr algn="l">
              <a:buNone/>
            </a:pPr>
            <a:endParaRPr lang="en-US" b="0" i="0" dirty="0">
              <a:solidFill>
                <a:srgbClr val="333333"/>
              </a:solidFill>
              <a:effectLst/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397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1B53E9-CFEC-937E-F53F-0A907510A0B0}"/>
              </a:ext>
            </a:extLst>
          </p:cNvPr>
          <p:cNvSpPr txBox="1"/>
          <p:nvPr/>
        </p:nvSpPr>
        <p:spPr>
          <a:xfrm>
            <a:off x="1524" y="0"/>
            <a:ext cx="1219047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7. Файлы</a:t>
            </a:r>
          </a:p>
          <a:p>
            <a:pPr algn="l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Есть текстовые, картинки и аудио.</a:t>
            </a:r>
            <a:b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</a:br>
            <a: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У всех есть метод 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open, 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который открывает файл.</a:t>
            </a:r>
          </a:p>
          <a:p>
            <a:pPr algn="l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files = [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TextFile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(),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ImageFile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(),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AudioFile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()] for f in files: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f.open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()</a:t>
            </a:r>
          </a:p>
          <a:p>
            <a:pPr algn="l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8. 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Транспорт</a:t>
            </a:r>
          </a:p>
          <a:p>
            <a:pPr algn="l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Машина, грузовик, велосипед.</a:t>
            </a:r>
            <a:b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</a:br>
            <a: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Метод 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move 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считает, сколько времени займёт путь.</a:t>
            </a:r>
          </a:p>
          <a:p>
            <a:pPr algn="l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car = Car() truck = Truck() bike = Bicycle()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car.move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(120)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truck.move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(120)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bike.move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(120)</a:t>
            </a:r>
          </a:p>
          <a:p>
            <a:pPr algn="l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9. 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Пользователи</a:t>
            </a:r>
          </a:p>
          <a:p>
            <a:pPr algn="l">
              <a:buNone/>
            </a:pPr>
            <a: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Разные роли: студент, преподаватель, админ.</a:t>
            </a:r>
            <a:b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</a:br>
            <a: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У всех метод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access_portal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, </a:t>
            </a:r>
            <a:r>
              <a:rPr lang="ru-RU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показывает, что каждый может делать.</a:t>
            </a:r>
          </a:p>
          <a:p>
            <a:pPr algn="l">
              <a:buNone/>
            </a:pP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users = [Student(), Teacher(), Administrator()] for u in users: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u.access_portal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" panose="020B0604020202020204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21800549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588</Words>
  <Application>Microsoft Office PowerPoint</Application>
  <PresentationFormat>Широкоэкранный</PresentationFormat>
  <Paragraphs>44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Courier New</vt:lpstr>
      <vt:lpstr>Helvetica</vt:lpstr>
      <vt:lpstr>Тема Office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Supumurzaev Sardormurza</dc:creator>
  <cp:lastModifiedBy>Supumurzaev Sardormurza</cp:lastModifiedBy>
  <cp:revision>1</cp:revision>
  <dcterms:created xsi:type="dcterms:W3CDTF">2025-11-03T06:06:59Z</dcterms:created>
  <dcterms:modified xsi:type="dcterms:W3CDTF">2025-11-03T06:11:13Z</dcterms:modified>
</cp:coreProperties>
</file>